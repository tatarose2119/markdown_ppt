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On-screen Show (16:9)</PresentationFormat>
  <Paragraphs>0</Paragraphs>
  <Slides>19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Created by Marp</dc:creator>
  <dc:subject>PptxGenJS Presentation</dc:subject>
  <cp:lastModifiedBy>Fallen</cp:lastModifiedBy>
  <cp:revision>2</cp:revision>
  <dcterms:created xsi:type="dcterms:W3CDTF">2025-02-26T03:42:38Z</dcterms:created>
  <dcterms:modified xsi:type="dcterms:W3CDTF">2025-02-26T03:42:38Z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682F56E085ED140EAE8DBE67CA275D03_42</vt:lpwstr>
  </property>
  <property fmtid="{D5CDD505-2E9C-101B-9397-08002B2CF9AE}" pid="3" name="KSOProductBuildVer">
    <vt:lpwstr>2052-6.14.0.8924</vt:lpwstr>
  </property>
</Properties>
</file>